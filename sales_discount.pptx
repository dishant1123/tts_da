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nt Shah" userId="0fa44234ee9b2914" providerId="LiveId" clId="{F4BC0499-CFE1-4712-B01E-C226809E00FA}"/>
    <pc:docChg chg="modSld">
      <pc:chgData name="Dishant Shah" userId="0fa44234ee9b2914" providerId="LiveId" clId="{F4BC0499-CFE1-4712-B01E-C226809E00FA}" dt="2026-07-23T05:36:14.547" v="3" actId="1076"/>
      <pc:docMkLst>
        <pc:docMk/>
      </pc:docMkLst>
      <pc:sldChg chg="modSp mod">
        <pc:chgData name="Dishant Shah" userId="0fa44234ee9b2914" providerId="LiveId" clId="{F4BC0499-CFE1-4712-B01E-C226809E00FA}" dt="2026-07-23T05:36:14.547" v="3" actId="1076"/>
        <pc:sldMkLst>
          <pc:docMk/>
          <pc:sldMk cId="0" sldId="256"/>
        </pc:sldMkLst>
        <pc:picChg chg="mod">
          <ac:chgData name="Dishant Shah" userId="0fa44234ee9b2914" providerId="LiveId" clId="{F4BC0499-CFE1-4712-B01E-C226809E00FA}" dt="2026-07-23T05:36:14.547" v="3" actId="1076"/>
          <ac:picMkLst>
            <pc:docMk/>
            <pc:sldMk cId="0" sldId="256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Discount</a:t>
            </a:r>
          </a:p>
        </p:txBody>
      </p:sp>
      <p:pic>
        <p:nvPicPr>
          <p:cNvPr id="3" name="Picture 2" descr="sales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1376590"/>
            <a:ext cx="8425544" cy="4212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Sales vs Discount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Dishant Shah</cp:lastModifiedBy>
  <cp:revision>1</cp:revision>
  <dcterms:created xsi:type="dcterms:W3CDTF">2013-01-27T09:14:16Z</dcterms:created>
  <dcterms:modified xsi:type="dcterms:W3CDTF">2026-07-23T05:36:16Z</dcterms:modified>
  <cp:category/>
</cp:coreProperties>
</file>